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313" y="2181225"/>
            <a:ext cx="8207375" cy="1082675"/>
          </a:xfrm>
        </p:spPr>
        <p:txBody>
          <a:bodyPr/>
          <a:lstStyle/>
          <a:p>
            <a:pPr algn="r"/>
            <a:r>
              <a:rPr lang="en-US"/>
              <a:t>System of </a:t>
            </a:r>
            <a:r>
              <a:t>Financial Fair Play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9900" y="3429000"/>
            <a:ext cx="8212138" cy="981075"/>
          </a:xfrm>
        </p:spPr>
        <p:txBody>
          <a:bodyPr/>
          <a:lstStyle/>
          <a:p>
            <a:pPr algn="r"/>
            <a:r>
              <a:rPr dirty="0"/>
              <a:t>Capstone</a:t>
            </a:r>
            <a:r>
              <a:rPr lang="en-US" dirty="0"/>
              <a:t> </a:t>
            </a:r>
            <a:r>
              <a:rPr dirty="0">
                <a:sym typeface="+mn-ea"/>
              </a:rPr>
              <a:t>PL/SQL</a:t>
            </a:r>
            <a:r>
              <a:rPr dirty="0"/>
              <a:t> Project</a:t>
            </a:r>
            <a:r>
              <a:rPr lang="en-US" dirty="0"/>
              <a:t>  </a:t>
            </a:r>
          </a:p>
          <a:p>
            <a:pPr algn="r"/>
            <a:r>
              <a:rPr lang="en-US" dirty="0"/>
              <a:t>CYIZERE SIBORUREMA Elie</a:t>
            </a:r>
            <a:endParaRPr dirty="0"/>
          </a:p>
          <a:p>
            <a:pPr algn="r"/>
            <a:r>
              <a:rPr dirty="0"/>
              <a:t>ID: 2</a:t>
            </a:r>
            <a:r>
              <a:rPr lang="en-US" dirty="0"/>
              <a:t>7492</a:t>
            </a:r>
            <a:endParaRPr dirty="0"/>
          </a:p>
          <a:p>
            <a:pPr algn="r"/>
            <a:r>
              <a:rPr dirty="0" err="1"/>
              <a:t>Group:</a:t>
            </a:r>
            <a:r>
              <a:rPr lang="en-US" dirty="0" err="1"/>
              <a:t>MONDAY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FFP ensures clubs spend within their means.</a:t>
            </a:r>
          </a:p>
          <a:p>
            <a:r>
              <a:t>Encourages transparency, sustainability, and fair competition.</a:t>
            </a:r>
          </a:p>
          <a:p>
            <a:r>
              <a:t>Developed using Oracle 21c PL/SQL.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Football clubs often overspend to gain competitive advantage.</a:t>
            </a:r>
          </a:p>
          <a:p>
            <a:r>
              <a:t>This causes debt and destabilizes leagues.</a:t>
            </a:r>
          </a:p>
          <a:p>
            <a:r>
              <a:t>There is a need for an automated enforcement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Track financial records of clubs.</a:t>
            </a:r>
          </a:p>
          <a:p>
            <a:r>
              <a:t>Enforce break-even rules.</a:t>
            </a:r>
          </a:p>
          <a:p>
            <a:r>
              <a:t>Restrict DML during weekdays and holidays.</a:t>
            </a:r>
          </a:p>
          <a:p>
            <a:r>
              <a:t>Log user activity for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Database built with Oracle 21c PL/SQL.</a:t>
            </a:r>
          </a:p>
          <a:p>
            <a:r>
              <a:t>Uses triggers, procedures, functions, packages.</a:t>
            </a:r>
          </a:p>
          <a:p>
            <a:r>
              <a:t>Data auditing with SYS_CONTEXT and log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Tables: Clubs, Financial_Records, Transfers, Sanctions, Owners.</a:t>
            </a:r>
          </a:p>
          <a:p>
            <a:r>
              <a:t>Relations via foreign keys (e.g., Club_ID).</a:t>
            </a:r>
          </a:p>
          <a:p>
            <a:r>
              <a:t>Includes audit and holiday control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Finance team enters data → PL/SQL checks →</a:t>
            </a:r>
          </a:p>
          <a:p>
            <a:r>
              <a:t>System applies rules → Triggers/Audit logs record events →</a:t>
            </a:r>
          </a:p>
          <a:p>
            <a:r>
              <a:t>Federation reviews reports → Committee validates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FFP_Status column updated based on Net_Profit.</a:t>
            </a:r>
          </a:p>
          <a:p>
            <a:r>
              <a:t>Triggers block DML during restricted periods.</a:t>
            </a:r>
          </a:p>
          <a:p>
            <a:r>
              <a:t>Audit_Log tracks user activity (INSERT/UPDATE/DELETE).</a:t>
            </a:r>
          </a:p>
          <a:p>
            <a:r>
              <a:t>Packages modularize business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 identifies compliant and non-compliant clubs.</a:t>
            </a:r>
          </a:p>
          <a:p>
            <a:r>
              <a:t>Audit log tracks access and manipulations.</a:t>
            </a:r>
          </a:p>
          <a:p>
            <a:r>
              <a:t>Successful simulation of a fair play enforcement mechanism.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 supports FFP through automation and controls.</a:t>
            </a:r>
          </a:p>
          <a:p>
            <a:r>
              <a:t>Future Work: Add GUI, federation login roles.</a:t>
            </a:r>
          </a:p>
          <a:p>
            <a:r>
              <a:t>Can be extended for real federation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Gear Drives</vt:lpstr>
      <vt:lpstr>System of Financial Fair Play </vt:lpstr>
      <vt:lpstr>Introduction</vt:lpstr>
      <vt:lpstr>Problem Definition</vt:lpstr>
      <vt:lpstr>Objectives</vt:lpstr>
      <vt:lpstr>Methodology &amp; Tools</vt:lpstr>
      <vt:lpstr>Database Design</vt:lpstr>
      <vt:lpstr>Process Flow</vt:lpstr>
      <vt:lpstr>Key SQL Features</vt:lpstr>
      <vt:lpstr>Results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emerick elie</cp:lastModifiedBy>
  <cp:revision>3</cp:revision>
  <dcterms:created xsi:type="dcterms:W3CDTF">2013-01-27T09:14:00Z</dcterms:created>
  <dcterms:modified xsi:type="dcterms:W3CDTF">2025-11-17T17:12:24Z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A17BF6D23EB443298307062107A3C629_12</vt:lpwstr>
  </property>
  <property fmtid="{D5CDD505-2E9C-101B-9397-08002B2CF9AE}" pid="3" name="KSOProductBuildVer">
    <vt:lpwstr>1033-12.2.0.21179</vt:lpwstr>
  </property>
</Properties>
</file>